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"/>
          <p:cNvGraphicFramePr>
            <a:graphicFrameLocks noGrp="1"/>
          </p:cNvGraphicFramePr>
          <p:nvPr/>
        </p:nvGraphicFramePr>
        <p:xfrm>
          <a:off x="384048" y="4000500"/>
          <a:ext cx="5715000" cy="24764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acceptance fixture</dc:title>
  <dc:subject/>
  <dc:creator>Mac PowerPoint Batch Color Replacer contributors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