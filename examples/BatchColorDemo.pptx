
<file path=[Content_Types].xml><?xml version="1.0" encoding="utf-8"?>
<ns0:Types xmlns:ns0="http://schemas.openxmlformats.org/package/2006/content-types">
  <ns0:Default Extension="bin" ContentType="application/vnd.ms-office.vbaProject"/>
  <ns0:Default Extension="jpeg" ContentType="image/jpe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charts/chart1.xml" ContentType="application/vnd.openxmlformats-officedocument.drawingml.chart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'1.0' encoding='utf-8'?>
<ns0:Relationships xmlns:ns0="http://schemas.openxmlformats.org/package/2006/relationships"><ns0:Relationship Id="rId3" Type="http://schemas.openxmlformats.org/package/2006/relationships/metadata/core-properties" Target="docProps/core.xml" /><ns0:Relationship Id="rId1" Type="http://schemas.openxmlformats.org/officeDocument/2006/relationships/officeDocument" Target="ppt/presentation.xml" /><ns0:Relationship Id="rId4" Type="http://schemas.openxmlformats.org/officeDocument/2006/relationships/extended-properties" Target="docProps/app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48" ns1:id="rId1"/>
  </ns0:sldMasterIdLst>
  <ns0:sldIdLst>
    <ns0:sldId id="257" ns1:id="rId3"/>
    <ns0:sldId id="259" ns1:id="rId4"/>
    <ns0:sldId id="260" ns1:id="rId5"/>
  </ns0:sldIdLst>
  <ns0:sldSz cx="12192000" cy="6858000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160">
          <ns3:clr>
            <ns2:srgbClr val="A4A3A4"/>
          </ns3:clr>
        </ns3:guide>
        <ns3:guide id="2" pos="2880">
          <ns3:clr>
            <ns2:srgbClr val="A4A3A4"/>
          </ns3:clr>
        </ns3:guide>
      </ns3:sldGuideLst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3"/>
  </p:normalViewPr>
  <p:slideViewPr>
    <p:cSldViewPr snapToGrid="0" snapToObjects="1">
      <p:cViewPr varScale="1">
        <p:scale>
          <a:sx n="109" d="100"/>
          <a:sy n="109" d="100"/>
        </p:scale>
        <p:origin x="6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theme" Target="theme/theme1.xml" /><ns0:Relationship Id="rId3" Type="http://schemas.openxmlformats.org/officeDocument/2006/relationships/slide" Target="slides/slide2.xml" /><ns0:Relationship Id="rId7" Type="http://schemas.openxmlformats.org/officeDocument/2006/relationships/viewProps" Target="viewProps.xml" /><ns0:Relationship Id="rId1" Type="http://schemas.openxmlformats.org/officeDocument/2006/relationships/slideMaster" Target="slideMasters/slideMaster1.xml" /><ns0:Relationship Id="rId6" Type="http://schemas.openxmlformats.org/officeDocument/2006/relationships/presProps" Target="presProps.xml" /><ns0:Relationship Id="rId5" Type="http://schemas.openxmlformats.org/officeDocument/2006/relationships/slide" Target="slides/slide4.xml" /><ns0:Relationship Id="rId4" Type="http://schemas.openxmlformats.org/officeDocument/2006/relationships/slide" Target="slides/slide3.xml" /><ns0:Relationship Id="rId9" Type="http://schemas.openxmlformats.org/officeDocument/2006/relationships/tableStyles" Target="tableStyles.xml" /></ns0: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zh-CN" altLang="en-US"/>
              <a:t>虚构示例：图表系列与数据点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</c:v>
                </c:pt>
              </c:strCache>
            </c:strRef>
          </c:tx>
          <c:spPr>
            <a:solidFill>
              <a:srgbClr val="204F92"/>
            </a:solidFill>
            <a:ln>
              <a:solidFill>
                <a:srgbClr val="265092"/>
              </a:solidFill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AA33CC"/>
              </a:solidFill>
              <a:ln>
                <a:solidFill>
                  <a:srgbClr val="265092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425A-A647-B37A-BBDE005F3EF2}"/>
              </c:ext>
            </c:extLst>
          </c:dPt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65092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25A-A647-B37A-BBDE005F3E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075851"/>
              </p:ext>
            </p:extLst>
          </p:nvPr>
        </p:nvGraphicFramePr>
        <p:xfrm>
          <a:off x="384048" y="4000500"/>
          <a:ext cx="5715000" cy="2476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C39ED322-6C16-8E3A-1C2C-54C1F6936220}"/>
              </a:ext>
            </a:extLst>
          </p:cNvPr>
          <p:cNvSpPr txBox="1"/>
          <p:nvPr/>
        </p:nvSpPr>
        <p:spPr>
          <a:xfrm>
            <a:off x="381000" y="190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HK" altLang="zh-CN" sz="2400">
                <a:latin typeface="Microsoft YaHei" panose="020B0503020204020204" pitchFamily="34" charset="-122"/>
              </a:rPr>
              <a:t>Mac PowerPoint </a:t>
            </a:r>
            <a:r>
              <a:rPr kumimoji="1" lang="zh-CN" altLang="en-US" sz="2400">
                <a:latin typeface="Microsoft YaHei" panose="020B0503020204020204" pitchFamily="34" charset="-122"/>
              </a:rPr>
              <a:t>批量改色 </a:t>
            </a:r>
            <a:r>
              <a:rPr kumimoji="1" lang="en-US" altLang="zh-CN" sz="2400">
                <a:latin typeface="Microsoft YaHei" panose="020B0503020204020204" pitchFamily="34" charset="-122"/>
              </a:rPr>
              <a:t>| </a:t>
            </a:r>
            <a:r>
              <a:rPr kumimoji="1" lang="zh-CN" altLang="en-US" sz="2400">
                <a:latin typeface="Microsoft YaHei" panose="020B0503020204020204" pitchFamily="34" charset="-122"/>
              </a:rPr>
              <a:t>自制示例 </a:t>
            </a:r>
            <a:r>
              <a:rPr kumimoji="1" lang="en-US" altLang="zh-CN" sz="2400">
                <a:latin typeface="Microsoft YaHei" panose="020B0503020204020204" pitchFamily="34" charset="-122"/>
              </a:rPr>
              <a:t>1</a:t>
            </a:r>
            <a:endParaRPr kumimoji="1" lang="zh-CN" altLang="en-US" sz="2400">
              <a:latin typeface="Microsoft YaHei" panose="020B0503020204020204" pitchFamily="34" charset="-122"/>
            </a:endParaRPr>
          </a:p>
        </p:txBody>
      </p:sp>
      <p:sp>
        <p:nvSpPr>
          <p:cNvPr id="4" name="FILL">
            <a:extLst>
              <a:ext uri="{FF2B5EF4-FFF2-40B4-BE49-F238E27FC236}">
                <a16:creationId xmlns:a16="http://schemas.microsoft.com/office/drawing/2014/main" id="{A8F34255-D4AF-0695-ADC2-B7746FA9CCB7}"/>
              </a:ext>
            </a:extLst>
          </p:cNvPr>
          <p:cNvSpPr/>
          <p:nvPr/>
        </p:nvSpPr>
        <p:spPr>
          <a:xfrm>
            <a:off x="381000" y="952500"/>
            <a:ext cx="2794000" cy="952500"/>
          </a:xfrm>
          <a:prstGeom prst="rect">
            <a:avLst/>
          </a:prstGeom>
          <a:solidFill>
            <a:srgbClr val="204F92"/>
          </a:solidFill>
          <a:ln>
            <a:solidFill>
              <a:srgbClr val="265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形状填充和线条</a:t>
            </a:r>
          </a:p>
        </p:txBody>
      </p:sp>
      <p:sp>
        <p:nvSpPr>
          <p:cNvPr id="5" name="NEAR">
            <a:extLst>
              <a:ext uri="{FF2B5EF4-FFF2-40B4-BE49-F238E27FC236}">
                <a16:creationId xmlns:a16="http://schemas.microsoft.com/office/drawing/2014/main" id="{C9634587-2092-A085-B9AB-E731AD0ED5E1}"/>
              </a:ext>
            </a:extLst>
          </p:cNvPr>
          <p:cNvSpPr/>
          <p:nvPr/>
        </p:nvSpPr>
        <p:spPr>
          <a:xfrm>
            <a:off x="3429000" y="952500"/>
            <a:ext cx="2667000" cy="952500"/>
          </a:xfrm>
          <a:prstGeom prst="rect">
            <a:avLst/>
          </a:prstGeom>
          <a:solidFill>
            <a:srgbClr val="215092"/>
          </a:solidFill>
          <a:ln>
            <a:solidFill>
              <a:srgbClr val="265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相近的蓝色</a:t>
            </a:r>
          </a:p>
        </p:txBody>
      </p:sp>
      <p:sp>
        <p:nvSpPr>
          <p:cNvPr id="6" name="PURPLE">
            <a:extLst>
              <a:ext uri="{FF2B5EF4-FFF2-40B4-BE49-F238E27FC236}">
                <a16:creationId xmlns:a16="http://schemas.microsoft.com/office/drawing/2014/main" id="{9E712A02-3468-8A57-7D43-8334E42A4B11}"/>
              </a:ext>
            </a:extLst>
          </p:cNvPr>
          <p:cNvSpPr/>
          <p:nvPr/>
        </p:nvSpPr>
        <p:spPr>
          <a:xfrm>
            <a:off x="6350000" y="952500"/>
            <a:ext cx="2667000" cy="952500"/>
          </a:xfrm>
          <a:prstGeom prst="rect">
            <a:avLst/>
          </a:prstGeom>
          <a:solidFill>
            <a:srgbClr val="AA33CC"/>
          </a:solidFill>
          <a:ln>
            <a:solidFill>
              <a:srgbClr val="265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保留的其他颜色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F1F23AC-52C5-3A5A-8F59-25CC9B0080FA}"/>
              </a:ext>
            </a:extLst>
          </p:cNvPr>
          <p:cNvSpPr txBox="1"/>
          <p:nvPr/>
        </p:nvSpPr>
        <p:spPr>
          <a:xfrm>
            <a:off x="381000" y="2095500"/>
            <a:ext cx="508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CN" altLang="en-US" sz="2000">
                <a:solidFill>
                  <a:srgbClr val="204F92"/>
                </a:solidFill>
                <a:latin typeface="Microsoft YaHei" panose="020B0503020204020204" pitchFamily="34" charset="-122"/>
              </a:rPr>
              <a:t>文字颜色也可以一起替换</a:t>
            </a:r>
          </a:p>
        </p:txBody>
      </p:sp>
      <p:grpSp>
        <p:nvGrpSpPr>
          <p:cNvPr id="10" name="GROUP">
            <a:extLst>
              <a:ext uri="{FF2B5EF4-FFF2-40B4-BE49-F238E27FC236}">
                <a16:creationId xmlns:a16="http://schemas.microsoft.com/office/drawing/2014/main" id="{625EB8CF-EF98-1C34-86AB-02ACC638644C}"/>
              </a:ext>
            </a:extLst>
          </p:cNvPr>
          <p:cNvGrpSpPr/>
          <p:nvPr/>
        </p:nvGrpSpPr>
        <p:grpSpPr>
          <a:xfrm>
            <a:off x="381000" y="2794000"/>
            <a:ext cx="2540000" cy="635000"/>
            <a:chOff x="381000" y="2794000"/>
            <a:chExt cx="2540000" cy="635000"/>
          </a:xfrm>
        </p:grpSpPr>
        <p:sp>
          <p:nvSpPr>
            <p:cNvPr id="8" name="GROUP_A">
              <a:extLst>
                <a:ext uri="{FF2B5EF4-FFF2-40B4-BE49-F238E27FC236}">
                  <a16:creationId xmlns:a16="http://schemas.microsoft.com/office/drawing/2014/main" id="{62116B65-0F96-E8DD-C8B1-2CAE398DC301}"/>
                </a:ext>
              </a:extLst>
            </p:cNvPr>
            <p:cNvSpPr/>
            <p:nvPr/>
          </p:nvSpPr>
          <p:spPr>
            <a:xfrm>
              <a:off x="381000" y="2794000"/>
              <a:ext cx="1206500" cy="635000"/>
            </a:xfrm>
            <a:prstGeom prst="rect">
              <a:avLst/>
            </a:prstGeom>
            <a:solidFill>
              <a:srgbClr val="204F92"/>
            </a:solidFill>
            <a:ln>
              <a:solidFill>
                <a:srgbClr val="26509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>
                  <a:solidFill>
                    <a:srgbClr val="FFFFFF"/>
                  </a:solidFill>
                  <a:latin typeface="Microsoft YaHei" panose="020B0503020204020204" pitchFamily="34" charset="-122"/>
                </a:rPr>
                <a:t>组合 </a:t>
              </a:r>
              <a:r>
                <a:rPr kumimoji="1" lang="en-HK" altLang="zh-CN">
                  <a:solidFill>
                    <a:srgbClr val="FFFFFF"/>
                  </a:solidFill>
                  <a:latin typeface="Microsoft YaHei" panose="020B0503020204020204" pitchFamily="34" charset="-122"/>
                </a:rPr>
                <a:t>A</a:t>
              </a:r>
              <a:endPara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endParaRPr>
            </a:p>
          </p:txBody>
        </p:sp>
        <p:sp>
          <p:nvSpPr>
            <p:cNvPr id="9" name="GROUP_B">
              <a:extLst>
                <a:ext uri="{FF2B5EF4-FFF2-40B4-BE49-F238E27FC236}">
                  <a16:creationId xmlns:a16="http://schemas.microsoft.com/office/drawing/2014/main" id="{E8F988F6-6DC5-4DCE-C14E-99F74137F059}"/>
                </a:ext>
              </a:extLst>
            </p:cNvPr>
            <p:cNvSpPr/>
            <p:nvPr/>
          </p:nvSpPr>
          <p:spPr>
            <a:xfrm>
              <a:off x="1714500" y="2794000"/>
              <a:ext cx="1206500" cy="635000"/>
            </a:xfrm>
            <a:prstGeom prst="rect">
              <a:avLst/>
            </a:prstGeom>
            <a:solidFill>
              <a:srgbClr val="AA33CC"/>
            </a:solidFill>
            <a:ln>
              <a:solidFill>
                <a:srgbClr val="26509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>
                  <a:solidFill>
                    <a:srgbClr val="FFFFFF"/>
                  </a:solidFill>
                  <a:latin typeface="Microsoft YaHei" panose="020B0503020204020204" pitchFamily="34" charset="-122"/>
                </a:rPr>
                <a:t>组合 </a:t>
              </a:r>
              <a:r>
                <a:rPr kumimoji="1" lang="en-HK" altLang="zh-CN">
                  <a:solidFill>
                    <a:srgbClr val="FFFFFF"/>
                  </a:solidFill>
                  <a:latin typeface="Microsoft YaHei" panose="020B0503020204020204" pitchFamily="34" charset="-122"/>
                </a:rPr>
                <a:t>B</a:t>
              </a:r>
              <a:endPara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endParaRPr>
            </a:p>
          </p:txBody>
        </p:sp>
      </p:grpSp>
      <p:graphicFrame>
        <p:nvGraphicFramePr>
          <p:cNvPr id="11" name="TABLE">
            <a:extLst>
              <a:ext uri="{FF2B5EF4-FFF2-40B4-BE49-F238E27FC236}">
                <a16:creationId xmlns:a16="http://schemas.microsoft.com/office/drawing/2014/main" id="{6AF1F87C-6477-A636-749C-85FCE4902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840350"/>
              </p:ext>
            </p:extLst>
          </p:nvPr>
        </p:nvGraphicFramePr>
        <p:xfrm>
          <a:off x="3429000" y="2794000"/>
          <a:ext cx="5588000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160989837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783891414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r>
                        <a:rPr lang="zh-CN" altLang="en-US">
                          <a:solidFill>
                            <a:srgbClr val="FFFFFF"/>
                          </a:solidFill>
                        </a:rPr>
                        <a:t>表格单元格 </a:t>
                      </a:r>
                      <a:r>
                        <a:rPr lang="en-US" altLang="zh-CN">
                          <a:solidFill>
                            <a:srgbClr val="FFFFFF"/>
                          </a:solidFill>
                        </a:rPr>
                        <a:t>1</a:t>
                      </a:r>
                      <a:endParaRPr lang="zh-CN" altLang="en-US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265092"/>
                      </a:solidFill>
                    </a:lnL>
                    <a:lnR w="12700" cmpd="sng">
                      <a:solidFill>
                        <a:srgbClr val="265092"/>
                      </a:solidFill>
                    </a:lnR>
                    <a:lnT w="12700" cmpd="sng">
                      <a:solidFill>
                        <a:srgbClr val="265092"/>
                      </a:solidFill>
                    </a:lnT>
                    <a:lnB w="38100" cmpd="sng">
                      <a:solidFill>
                        <a:srgbClr val="265092"/>
                      </a:solidFill>
                    </a:lnB>
                    <a:solidFill>
                      <a:srgbClr val="204F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204F92"/>
                          </a:solidFill>
                        </a:rPr>
                        <a:t>表格单元格 </a:t>
                      </a:r>
                      <a:r>
                        <a:rPr lang="en-US" altLang="zh-CN" dirty="0">
                          <a:solidFill>
                            <a:srgbClr val="204F92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204F92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265092"/>
                      </a:solidFill>
                    </a:lnL>
                    <a:lnR w="12700" cmpd="sng">
                      <a:solidFill>
                        <a:srgbClr val="265092"/>
                      </a:solidFill>
                    </a:lnR>
                    <a:lnT w="12700" cmpd="sng">
                      <a:solidFill>
                        <a:srgbClr val="265092"/>
                      </a:solidFill>
                    </a:lnT>
                    <a:lnB w="38100" cmpd="sng">
                      <a:solidFill>
                        <a:srgbClr val="26509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24901"/>
                  </a:ext>
                </a:extLst>
              </a:tr>
            </a:tbl>
          </a:graphicData>
        </a:graphic>
      </p:graphicFrame>
      <p:sp>
        <p:nvSpPr>
          <p:cNvPr id="12" name="CLIPBOARD">
            <a:extLst>
              <a:ext uri="{FF2B5EF4-FFF2-40B4-BE49-F238E27FC236}">
                <a16:creationId xmlns:a16="http://schemas.microsoft.com/office/drawing/2014/main" id="{FD3BB81D-744B-B149-E750-27ED62159CCB}"/>
              </a:ext>
            </a:extLst>
          </p:cNvPr>
          <p:cNvSpPr txBox="1"/>
          <p:nvPr/>
        </p:nvSpPr>
        <p:spPr>
          <a:xfrm>
            <a:off x="6604000" y="4191000"/>
            <a:ext cx="4699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zh-CN" sz="3600">
                <a:latin typeface="华文琥珀" panose="02010800040101010101" pitchFamily="2" charset="-122"/>
              </a:rPr>
              <a:t>112233</a:t>
            </a:r>
            <a:endParaRPr kumimoji="1" lang="zh-CN" altLang="en-US" sz="3600">
              <a:latin typeface="华文琥珀" panose="020108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02E411-4F0E-1690-2ECE-DB12E68E728D}"/>
              </a:ext>
            </a:extLst>
          </p:cNvPr>
          <p:cNvSpPr txBox="1"/>
          <p:nvPr/>
        </p:nvSpPr>
        <p:spPr>
          <a:xfrm>
            <a:off x="6604000" y="5143500"/>
            <a:ext cx="4699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CN" altLang="en-US" sz="1500">
                <a:latin typeface="Microsoft YaHei" panose="020B0503020204020204" pitchFamily="34" charset="-122"/>
              </a:rPr>
              <a:t>自制测试数据，无客户资料。
</a:t>
            </a:r>
          </a:p>
          <a:p>
            <a:r>
              <a:rPr kumimoji="1" lang="zh-CN" altLang="en-US" sz="1500">
                <a:latin typeface="Microsoft YaHei" panose="020B0503020204020204" pitchFamily="34" charset="-122"/>
              </a:rPr>
              <a:t>复制上方色号可测试纯文本粘贴。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FA97E14-573F-AB10-B0ED-D35686CA2017}"/>
              </a:ext>
            </a:extLst>
          </p:cNvPr>
          <p:cNvSpPr txBox="1"/>
          <p:nvPr/>
        </p:nvSpPr>
        <p:spPr>
          <a:xfrm>
            <a:off x="381000" y="190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HK" altLang="zh-CN" sz="2400">
                <a:latin typeface="Microsoft YaHei" panose="020B0503020204020204" pitchFamily="34" charset="-122"/>
              </a:rPr>
              <a:t>Mac PowerPoint </a:t>
            </a:r>
            <a:r>
              <a:rPr kumimoji="1" lang="zh-CN" altLang="en-US" sz="2400">
                <a:latin typeface="Microsoft YaHei" panose="020B0503020204020204" pitchFamily="34" charset="-122"/>
              </a:rPr>
              <a:t>批量改色 </a:t>
            </a:r>
            <a:r>
              <a:rPr kumimoji="1" lang="en-US" altLang="zh-CN" sz="2400">
                <a:latin typeface="Microsoft YaHei" panose="020B0503020204020204" pitchFamily="34" charset="-122"/>
              </a:rPr>
              <a:t>| </a:t>
            </a:r>
            <a:r>
              <a:rPr kumimoji="1" lang="zh-CN" altLang="en-US" sz="2400">
                <a:latin typeface="Microsoft YaHei" panose="020B0503020204020204" pitchFamily="34" charset="-122"/>
              </a:rPr>
              <a:t>自制示例 </a:t>
            </a:r>
            <a:r>
              <a:rPr kumimoji="1" lang="en-US" altLang="zh-CN" sz="2400">
                <a:latin typeface="Microsoft YaHei" panose="020B0503020204020204" pitchFamily="34" charset="-122"/>
              </a:rPr>
              <a:t>2</a:t>
            </a:r>
            <a:endParaRPr kumimoji="1" lang="zh-CN" altLang="en-US" sz="2400">
              <a:latin typeface="Microsoft YaHei" panose="020B0503020204020204" pitchFamily="34" charset="-122"/>
            </a:endParaRPr>
          </a:p>
        </p:txBody>
      </p:sp>
      <p:sp>
        <p:nvSpPr>
          <p:cNvPr id="3" name="FILL">
            <a:extLst>
              <a:ext uri="{FF2B5EF4-FFF2-40B4-BE49-F238E27FC236}">
                <a16:creationId xmlns:a16="http://schemas.microsoft.com/office/drawing/2014/main" id="{B0DC5C6D-B56A-4CB7-685A-58DA07A54273}"/>
              </a:ext>
            </a:extLst>
          </p:cNvPr>
          <p:cNvSpPr/>
          <p:nvPr/>
        </p:nvSpPr>
        <p:spPr>
          <a:xfrm>
            <a:off x="381000" y="952500"/>
            <a:ext cx="2794000" cy="952500"/>
          </a:xfrm>
          <a:prstGeom prst="rect">
            <a:avLst/>
          </a:prstGeom>
          <a:solidFill>
            <a:srgbClr val="204F92"/>
          </a:solidFill>
          <a:ln>
            <a:solidFill>
              <a:srgbClr val="265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形状填充和线条</a:t>
            </a:r>
          </a:p>
        </p:txBody>
      </p:sp>
      <p:sp>
        <p:nvSpPr>
          <p:cNvPr id="4" name="NEAR">
            <a:extLst>
              <a:ext uri="{FF2B5EF4-FFF2-40B4-BE49-F238E27FC236}">
                <a16:creationId xmlns:a16="http://schemas.microsoft.com/office/drawing/2014/main" id="{24A9C983-08A2-5498-2729-12B5FB084E61}"/>
              </a:ext>
            </a:extLst>
          </p:cNvPr>
          <p:cNvSpPr/>
          <p:nvPr/>
        </p:nvSpPr>
        <p:spPr>
          <a:xfrm>
            <a:off x="3429000" y="952500"/>
            <a:ext cx="2667000" cy="952500"/>
          </a:xfrm>
          <a:prstGeom prst="rect">
            <a:avLst/>
          </a:prstGeom>
          <a:solidFill>
            <a:srgbClr val="215092"/>
          </a:solidFill>
          <a:ln>
            <a:solidFill>
              <a:srgbClr val="265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相近的蓝色</a:t>
            </a:r>
          </a:p>
        </p:txBody>
      </p:sp>
      <p:sp>
        <p:nvSpPr>
          <p:cNvPr id="5" name="PURPLE">
            <a:extLst>
              <a:ext uri="{FF2B5EF4-FFF2-40B4-BE49-F238E27FC236}">
                <a16:creationId xmlns:a16="http://schemas.microsoft.com/office/drawing/2014/main" id="{B3F6511B-89E8-0183-418C-93F1679489FB}"/>
              </a:ext>
            </a:extLst>
          </p:cNvPr>
          <p:cNvSpPr/>
          <p:nvPr/>
        </p:nvSpPr>
        <p:spPr>
          <a:xfrm>
            <a:off x="6350000" y="952500"/>
            <a:ext cx="2667000" cy="952500"/>
          </a:xfrm>
          <a:prstGeom prst="rect">
            <a:avLst/>
          </a:prstGeom>
          <a:solidFill>
            <a:srgbClr val="AA33CC"/>
          </a:solidFill>
          <a:ln>
            <a:solidFill>
              <a:srgbClr val="265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保留的其他颜色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3089A3C-1122-2989-63A4-C7782617721D}"/>
              </a:ext>
            </a:extLst>
          </p:cNvPr>
          <p:cNvSpPr txBox="1"/>
          <p:nvPr/>
        </p:nvSpPr>
        <p:spPr>
          <a:xfrm>
            <a:off x="381000" y="2095500"/>
            <a:ext cx="508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CN" altLang="en-US" sz="2000">
                <a:solidFill>
                  <a:srgbClr val="204F92"/>
                </a:solidFill>
                <a:latin typeface="Microsoft YaHei" panose="020B0503020204020204" pitchFamily="34" charset="-122"/>
              </a:rPr>
              <a:t>文字颜色也可以一起替换</a:t>
            </a:r>
          </a:p>
        </p:txBody>
      </p:sp>
      <p:sp>
        <p:nvSpPr>
          <p:cNvPr id="7" name="CLIPBOARD">
            <a:extLst>
              <a:ext uri="{FF2B5EF4-FFF2-40B4-BE49-F238E27FC236}">
                <a16:creationId xmlns:a16="http://schemas.microsoft.com/office/drawing/2014/main" id="{972A02CA-39FC-7A35-1821-59E10C446599}"/>
              </a:ext>
            </a:extLst>
          </p:cNvPr>
          <p:cNvSpPr txBox="1"/>
          <p:nvPr/>
        </p:nvSpPr>
        <p:spPr>
          <a:xfrm>
            <a:off x="6604000" y="4191000"/>
            <a:ext cx="4699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zh-CN" sz="3600">
                <a:latin typeface="华文琥珀" panose="02010800040101010101" pitchFamily="2" charset="-122"/>
              </a:rPr>
              <a:t>112233</a:t>
            </a:r>
            <a:endParaRPr kumimoji="1" lang="zh-CN" altLang="en-US" sz="3600">
              <a:latin typeface="华文琥珀" panose="020108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78EE2F-F29F-7005-31A6-4605CF277A5C}"/>
              </a:ext>
            </a:extLst>
          </p:cNvPr>
          <p:cNvSpPr txBox="1"/>
          <p:nvPr/>
        </p:nvSpPr>
        <p:spPr>
          <a:xfrm>
            <a:off x="6604000" y="5143500"/>
            <a:ext cx="4699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CN" altLang="en-US" sz="1500">
                <a:latin typeface="Microsoft YaHei" panose="020B0503020204020204" pitchFamily="34" charset="-122"/>
              </a:rPr>
              <a:t>自制测试数据，无客户资料。
</a:t>
            </a:r>
          </a:p>
          <a:p>
            <a:r>
              <a:rPr kumimoji="1" lang="zh-CN" altLang="en-US" sz="1500">
                <a:latin typeface="Microsoft YaHei" panose="020B0503020204020204" pitchFamily="34" charset="-122"/>
              </a:rPr>
              <a:t>复制上方色号可测试纯文本粘贴。</a:t>
            </a:r>
          </a:p>
        </p:txBody>
      </p:sp>
    </p:spTree>
    <p:extLst>
      <p:ext uri="{BB962C8B-B14F-4D97-AF65-F5344CB8AC3E}">
        <p14:creationId xmlns:p14="http://schemas.microsoft.com/office/powerpoint/2010/main" val="427433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D412E12-D5F8-28B2-45A7-25AD2786B453}"/>
              </a:ext>
            </a:extLst>
          </p:cNvPr>
          <p:cNvSpPr txBox="1"/>
          <p:nvPr/>
        </p:nvSpPr>
        <p:spPr>
          <a:xfrm>
            <a:off x="381000" y="190500"/>
            <a:ext cx="1117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HK" altLang="zh-CN" sz="2400">
                <a:latin typeface="Microsoft YaHei" panose="020B0503020204020204" pitchFamily="34" charset="-122"/>
              </a:rPr>
              <a:t>Mac PowerPoint </a:t>
            </a:r>
            <a:r>
              <a:rPr kumimoji="1" lang="zh-CN" altLang="en-US" sz="2400">
                <a:latin typeface="Microsoft YaHei" panose="020B0503020204020204" pitchFamily="34" charset="-122"/>
              </a:rPr>
              <a:t>批量改色 </a:t>
            </a:r>
            <a:r>
              <a:rPr kumimoji="1" lang="en-US" altLang="zh-CN" sz="2400">
                <a:latin typeface="Microsoft YaHei" panose="020B0503020204020204" pitchFamily="34" charset="-122"/>
              </a:rPr>
              <a:t>| </a:t>
            </a:r>
            <a:r>
              <a:rPr kumimoji="1" lang="zh-CN" altLang="en-US" sz="2400">
                <a:latin typeface="Microsoft YaHei" panose="020B0503020204020204" pitchFamily="34" charset="-122"/>
              </a:rPr>
              <a:t>自制示例 </a:t>
            </a:r>
            <a:r>
              <a:rPr kumimoji="1" lang="en-US" altLang="zh-CN" sz="2400">
                <a:latin typeface="Microsoft YaHei" panose="020B0503020204020204" pitchFamily="34" charset="-122"/>
              </a:rPr>
              <a:t>3</a:t>
            </a:r>
            <a:endParaRPr kumimoji="1" lang="zh-CN" altLang="en-US" sz="2400">
              <a:latin typeface="Microsoft YaHei" panose="020B0503020204020204" pitchFamily="34" charset="-122"/>
            </a:endParaRPr>
          </a:p>
        </p:txBody>
      </p:sp>
      <p:sp>
        <p:nvSpPr>
          <p:cNvPr id="3" name="FILL">
            <a:extLst>
              <a:ext uri="{FF2B5EF4-FFF2-40B4-BE49-F238E27FC236}">
                <a16:creationId xmlns:a16="http://schemas.microsoft.com/office/drawing/2014/main" id="{44F7F41C-D444-867C-F66C-C5C69BFAFE5B}"/>
              </a:ext>
            </a:extLst>
          </p:cNvPr>
          <p:cNvSpPr/>
          <p:nvPr/>
        </p:nvSpPr>
        <p:spPr>
          <a:xfrm>
            <a:off x="381000" y="952500"/>
            <a:ext cx="2794000" cy="952500"/>
          </a:xfrm>
          <a:prstGeom prst="rect">
            <a:avLst/>
          </a:prstGeom>
          <a:solidFill>
            <a:srgbClr val="204F92"/>
          </a:solidFill>
          <a:ln>
            <a:solidFill>
              <a:srgbClr val="265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形状填充和线条</a:t>
            </a:r>
          </a:p>
        </p:txBody>
      </p:sp>
      <p:sp>
        <p:nvSpPr>
          <p:cNvPr id="4" name="NEAR">
            <a:extLst>
              <a:ext uri="{FF2B5EF4-FFF2-40B4-BE49-F238E27FC236}">
                <a16:creationId xmlns:a16="http://schemas.microsoft.com/office/drawing/2014/main" id="{2046A7F3-25A3-9BED-8F28-117C31D9DF1A}"/>
              </a:ext>
            </a:extLst>
          </p:cNvPr>
          <p:cNvSpPr/>
          <p:nvPr/>
        </p:nvSpPr>
        <p:spPr>
          <a:xfrm>
            <a:off x="3429000" y="952500"/>
            <a:ext cx="2667000" cy="952500"/>
          </a:xfrm>
          <a:prstGeom prst="rect">
            <a:avLst/>
          </a:prstGeom>
          <a:solidFill>
            <a:srgbClr val="215092"/>
          </a:solidFill>
          <a:ln>
            <a:solidFill>
              <a:srgbClr val="265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相近的蓝色</a:t>
            </a:r>
          </a:p>
        </p:txBody>
      </p:sp>
      <p:sp>
        <p:nvSpPr>
          <p:cNvPr id="5" name="PURPLE">
            <a:extLst>
              <a:ext uri="{FF2B5EF4-FFF2-40B4-BE49-F238E27FC236}">
                <a16:creationId xmlns:a16="http://schemas.microsoft.com/office/drawing/2014/main" id="{1C5731FE-58D1-3E2D-4D73-81C78832E0F0}"/>
              </a:ext>
            </a:extLst>
          </p:cNvPr>
          <p:cNvSpPr/>
          <p:nvPr/>
        </p:nvSpPr>
        <p:spPr>
          <a:xfrm>
            <a:off x="6350000" y="952500"/>
            <a:ext cx="2667000" cy="952500"/>
          </a:xfrm>
          <a:prstGeom prst="rect">
            <a:avLst/>
          </a:prstGeom>
          <a:solidFill>
            <a:srgbClr val="AA33CC"/>
          </a:solidFill>
          <a:ln>
            <a:solidFill>
              <a:srgbClr val="265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>
                <a:solidFill>
                  <a:srgbClr val="FFFFFF"/>
                </a:solidFill>
                <a:latin typeface="Microsoft YaHei" panose="020B0503020204020204" pitchFamily="34" charset="-122"/>
              </a:rPr>
              <a:t>保留的其他颜色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3C27E5C4-A6D9-0C98-2C41-290F452472FF}"/>
              </a:ext>
            </a:extLst>
          </p:cNvPr>
          <p:cNvSpPr txBox="1"/>
          <p:nvPr/>
        </p:nvSpPr>
        <p:spPr>
          <a:xfrm>
            <a:off x="381000" y="2095500"/>
            <a:ext cx="508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CN" altLang="en-US" sz="2000">
                <a:solidFill>
                  <a:srgbClr val="204F92"/>
                </a:solidFill>
                <a:latin typeface="Microsoft YaHei" panose="020B0503020204020204" pitchFamily="34" charset="-122"/>
              </a:rPr>
              <a:t>文字颜色也可以一起替换</a:t>
            </a:r>
          </a:p>
        </p:txBody>
      </p:sp>
      <p:sp>
        <p:nvSpPr>
          <p:cNvPr id="7" name="CLIPBOARD">
            <a:extLst>
              <a:ext uri="{FF2B5EF4-FFF2-40B4-BE49-F238E27FC236}">
                <a16:creationId xmlns:a16="http://schemas.microsoft.com/office/drawing/2014/main" id="{34F08A98-6107-369E-F741-78B24E49E972}"/>
              </a:ext>
            </a:extLst>
          </p:cNvPr>
          <p:cNvSpPr txBox="1"/>
          <p:nvPr/>
        </p:nvSpPr>
        <p:spPr>
          <a:xfrm>
            <a:off x="6604000" y="4191000"/>
            <a:ext cx="4699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zh-CN" sz="3600">
                <a:latin typeface="华文琥珀" panose="02010800040101010101" pitchFamily="2" charset="-122"/>
              </a:rPr>
              <a:t>112233</a:t>
            </a:r>
            <a:endParaRPr kumimoji="1" lang="zh-CN" altLang="en-US" sz="3600">
              <a:latin typeface="华文琥珀" panose="020108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BB585B-5F92-670E-5A0C-9201025CCBC7}"/>
              </a:ext>
            </a:extLst>
          </p:cNvPr>
          <p:cNvSpPr txBox="1"/>
          <p:nvPr/>
        </p:nvSpPr>
        <p:spPr>
          <a:xfrm>
            <a:off x="6604000" y="5143500"/>
            <a:ext cx="4699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CN" altLang="en-US" sz="1500">
                <a:latin typeface="Microsoft YaHei" panose="020B0503020204020204" pitchFamily="34" charset="-122"/>
              </a:rPr>
              <a:t>自制测试数据，无客户资料。
</a:t>
            </a:r>
          </a:p>
          <a:p>
            <a:r>
              <a:rPr kumimoji="1" lang="zh-CN" altLang="en-US" sz="1500">
                <a:latin typeface="Microsoft YaHei" panose="020B0503020204020204" pitchFamily="34" charset="-122"/>
              </a:rPr>
              <a:t>复制上方色号可测试纯文本粘贴。</a:t>
            </a:r>
          </a:p>
        </p:txBody>
      </p:sp>
    </p:spTree>
    <p:extLst>
      <p:ext uri="{BB962C8B-B14F-4D97-AF65-F5344CB8AC3E}">
        <p14:creationId xmlns:p14="http://schemas.microsoft.com/office/powerpoint/2010/main" val="3667581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542</Words>
  <Application>Microsoft Macintosh PowerPoint</Application>
  <PresentationFormat>宽屏</PresentationFormat>
  <Paragraphs>78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华文琥珀</vt:lpstr>
      <vt:lpstr>Microsoft YaHei</vt:lpstr>
      <vt:lpstr>Arial</vt:lpstr>
      <vt:lpstr>Calibri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Synthetic batch color example</dc:title>
  <dc:creator>Mac PowerPoint Batch Color Replacer contributors</dc:creator>
</cp:coreProperties>
</file>